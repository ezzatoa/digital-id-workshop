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F8BDD6-A6B1-4D2A-B13A-B7B535123266}" v="13" dt="2026-07-18T13:40:14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64" autoAdjust="0"/>
  </p:normalViewPr>
  <p:slideViewPr>
    <p:cSldViewPr snapToGrid="0" showGuides="1">
      <p:cViewPr varScale="1">
        <p:scale>
          <a:sx n="101" d="100"/>
          <a:sy n="101" d="100"/>
        </p:scale>
        <p:origin x="8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za Mohammed Othman Omer Eid" userId="07dc8c83-55dd-442f-afa4-2c823434923d" providerId="ADAL" clId="{8F5AD502-E0F3-412C-AE75-A5C081411AB8}"/>
    <pc:docChg chg="modSld">
      <pc:chgData name="Hamza Mohammed Othman Omer Eid" userId="07dc8c83-55dd-442f-afa4-2c823434923d" providerId="ADAL" clId="{8F5AD502-E0F3-412C-AE75-A5C081411AB8}" dt="2026-07-18T13:46:47.518" v="108" actId="34135"/>
      <pc:docMkLst>
        <pc:docMk/>
      </pc:docMkLst>
      <pc:sldChg chg="modSp mod">
        <pc:chgData name="Hamza Mohammed Othman Omer Eid" userId="07dc8c83-55dd-442f-afa4-2c823434923d" providerId="ADAL" clId="{8F5AD502-E0F3-412C-AE75-A5C081411AB8}" dt="2026-07-18T13:46:47.518" v="108" actId="34135"/>
        <pc:sldMkLst>
          <pc:docMk/>
          <pc:sldMk cId="2615378242" sldId="256"/>
        </pc:sldMkLst>
        <pc:spChg chg="mod">
          <ac:chgData name="Hamza Mohammed Othman Omer Eid" userId="07dc8c83-55dd-442f-afa4-2c823434923d" providerId="ADAL" clId="{8F5AD502-E0F3-412C-AE75-A5C081411AB8}" dt="2026-07-18T13:46:43.424" v="107" actId="34135"/>
          <ac:spMkLst>
            <pc:docMk/>
            <pc:sldMk cId="2615378242" sldId="256"/>
            <ac:spMk id="4" creationId="{4F8B2645-569B-F8F9-8513-5562D7DA48B9}"/>
          </ac:spMkLst>
        </pc:spChg>
        <pc:spChg chg="mod">
          <ac:chgData name="Hamza Mohammed Othman Omer Eid" userId="07dc8c83-55dd-442f-afa4-2c823434923d" providerId="ADAL" clId="{8F5AD502-E0F3-412C-AE75-A5C081411AB8}" dt="2026-07-18T13:46:47.518" v="108" actId="34135"/>
          <ac:spMkLst>
            <pc:docMk/>
            <pc:sldMk cId="2615378242" sldId="256"/>
            <ac:spMk id="5" creationId="{34DD6E71-ADC7-E8BD-7654-DD76A4070A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AFCEE-6B71-376F-052C-528EB8788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9780" y="1141024"/>
            <a:ext cx="5508171" cy="2387600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accent3"/>
                </a:solidFill>
                <a:latin typeface="Tosh A Medium" pitchFamily="2" charset="-78"/>
                <a:cs typeface="Tosh A Medium" pitchFamily="2" charset="-78"/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CA98F-655C-8382-3F5A-677AFF87C4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r" rtl="1"/>
            <a:r>
              <a:rPr lang="ar-SA" sz="2400" dirty="0">
                <a:solidFill>
                  <a:schemeClr val="accent3"/>
                </a:solidFill>
                <a:latin typeface="Tosh A Medium" pitchFamily="2" charset="-78"/>
                <a:cs typeface="Tosh A Medium" pitchFamily="2" charset="-78"/>
              </a:rPr>
              <a:t>مقدم الورشة:</a:t>
            </a:r>
          </a:p>
          <a:p>
            <a:pPr algn="r" rtl="1"/>
            <a:r>
              <a:rPr lang="ar-SA" sz="2400" dirty="0">
                <a:solidFill>
                  <a:schemeClr val="accent3"/>
                </a:solidFill>
                <a:latin typeface="Tosh A Medium" pitchFamily="2" charset="-78"/>
                <a:cs typeface="Tosh A Medium" pitchFamily="2" charset="-78"/>
              </a:rPr>
              <a:t>د. أحمد </a:t>
            </a:r>
            <a:r>
              <a:rPr lang="ar-SA" sz="2400" dirty="0" err="1">
                <a:solidFill>
                  <a:schemeClr val="accent3"/>
                </a:solidFill>
                <a:latin typeface="Tosh A Medium" pitchFamily="2" charset="-78"/>
                <a:cs typeface="Tosh A Medium" pitchFamily="2" charset="-78"/>
              </a:rPr>
              <a:t>أحمد</a:t>
            </a:r>
            <a:r>
              <a:rPr lang="ar-SA" sz="2400" dirty="0">
                <a:solidFill>
                  <a:schemeClr val="accent3"/>
                </a:solidFill>
                <a:latin typeface="Tosh A Medium" pitchFamily="2" charset="-78"/>
                <a:cs typeface="Tosh A Medium" pitchFamily="2" charset="-78"/>
              </a:rPr>
              <a:t> </a:t>
            </a:r>
            <a:r>
              <a:rPr lang="ar-SA" sz="2400" dirty="0" err="1">
                <a:solidFill>
                  <a:schemeClr val="accent3"/>
                </a:solidFill>
                <a:latin typeface="Tosh A Medium" pitchFamily="2" charset="-78"/>
                <a:cs typeface="Tosh A Medium" pitchFamily="2" charset="-78"/>
              </a:rPr>
              <a:t>أحمد</a:t>
            </a:r>
            <a:endParaRPr lang="LID4096" sz="2400" dirty="0">
              <a:solidFill>
                <a:schemeClr val="accent3"/>
              </a:solidFill>
              <a:latin typeface="Tosh A Medium" pitchFamily="2" charset="-78"/>
              <a:cs typeface="Tosh A Medium" pitchFamily="2" charset="-78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E960C-F372-7720-77A2-BF6480A10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07/18/2026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3FF35-159F-5D06-9037-4976480BA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8262D-5F50-0359-DA85-82B34C77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144316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15693-09F0-2848-1650-1F2BFDD69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086"/>
            <a:ext cx="10515600" cy="494522"/>
          </a:xfrm>
        </p:spPr>
        <p:txBody>
          <a:bodyPr>
            <a:noAutofit/>
          </a:bodyPr>
          <a:lstStyle>
            <a:lvl1pPr algn="r" rtl="1">
              <a:defRPr sz="2800">
                <a:solidFill>
                  <a:schemeClr val="accent3"/>
                </a:solidFill>
                <a:latin typeface="Tosh A Medium" pitchFamily="2" charset="-78"/>
                <a:cs typeface="Tosh A Medium" pitchFamily="2" charset="-78"/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C5F21-4393-C2D8-40EA-5C3193689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>
                <a:solidFill>
                  <a:schemeClr val="tx2"/>
                </a:solidFill>
                <a:latin typeface="Tosh A" pitchFamily="2" charset="-78"/>
                <a:cs typeface="Tosh A" pitchFamily="2" charset="-78"/>
              </a:defRPr>
            </a:lvl1pPr>
            <a:lvl2pPr algn="r" rtl="1">
              <a:defRPr>
                <a:solidFill>
                  <a:schemeClr val="tx2"/>
                </a:solidFill>
                <a:latin typeface="Tosh A" pitchFamily="2" charset="-78"/>
                <a:cs typeface="Tosh A" pitchFamily="2" charset="-78"/>
              </a:defRPr>
            </a:lvl2pPr>
            <a:lvl3pPr algn="r" rtl="1">
              <a:defRPr>
                <a:solidFill>
                  <a:schemeClr val="tx2"/>
                </a:solidFill>
                <a:latin typeface="Tosh A" pitchFamily="2" charset="-78"/>
                <a:cs typeface="Tosh A" pitchFamily="2" charset="-78"/>
              </a:defRPr>
            </a:lvl3pPr>
            <a:lvl4pPr algn="r" rtl="1">
              <a:defRPr>
                <a:solidFill>
                  <a:schemeClr val="tx2"/>
                </a:solidFill>
                <a:latin typeface="Tosh A" pitchFamily="2" charset="-78"/>
                <a:cs typeface="Tosh A" pitchFamily="2" charset="-78"/>
              </a:defRPr>
            </a:lvl4pPr>
            <a:lvl5pPr algn="r" rtl="1">
              <a:defRPr>
                <a:solidFill>
                  <a:schemeClr val="tx2"/>
                </a:solidFill>
                <a:latin typeface="Tosh A" pitchFamily="2" charset="-78"/>
                <a:cs typeface="Tosh A" pitchFamily="2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7C749-1F68-B694-AA82-A9F2643A5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07/18/2026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4EE94-ABCA-A68F-D4F0-6E21C7EAC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3CD56-9655-1264-5018-1AFA1BE8D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607467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B22BD-1896-C02C-84AF-6A0D62BCD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4FB63-77F3-4459-4449-DBC794DA2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77E21-AD27-C757-8E4D-013C822FC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07/18/2026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38C12-D6F2-34E3-E6DA-6AF468912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33002-238F-DE5F-2896-DC4C839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93581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8E6A1-18E2-6D8D-7F80-B6B6235B1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7CC89-55DC-452E-05FA-CA082A0300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0C04A-EEC2-C9FA-EC0D-C127E6614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BF034-D067-FC05-B516-790687AB8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07/18/2026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8B5C2-B31D-DB55-9CF7-F8E48F05F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19C1C-084F-B4B8-F765-7D8A5964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9648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5CA97-22A8-04EB-658D-3F16BD476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964B3-0411-F4DD-9E87-D826C4B45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1F510F-A714-4A30-5A38-D4E93630C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34F5FF-56B3-F671-4BB5-81C7E63855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3780107-688D-B4AF-1124-3F15B326F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607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6F134-4E3B-F375-E672-317832D6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0C88CE-E192-B04D-0F3B-CC5003A88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07/18/2026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DB1B61-B0E8-8B3D-8029-274E1BC3F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4A46A-5E03-782E-3EF9-A42A697A3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3478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58648B-116A-C3C6-7475-3936B9AC2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07/18/2026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6E8305-B4EB-A956-B7A1-DCDAB7536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DD9D9-A433-B5AD-F9D7-C63BCC249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4515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DCA56-5FE2-F983-BF43-58121B0FD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C8C93-210C-94D0-99D1-599DB2254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1B0864-9A9B-C6FA-CB0A-5ECE64635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821D5-69BA-648D-CA29-6587A6478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07/18/2026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92260-4B45-F226-7A69-1AEF168ED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D340B-7E32-6C21-3E2B-DE92BB09F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819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AF5BA-0BB5-3CF6-706F-F255AD76C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C6AC1-F923-0BD5-7386-36BCF6EDA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678BC-F75E-43C0-349B-3BE2E4630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88BCF-A250-EFFC-8505-42D518B26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07/18/2026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19D71-90C2-0791-3FEF-00538E723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EFFF4-FC06-1E32-713A-65E483617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088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35277-3F8E-4916-A71B-52E88A5DD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6323A-8009-F787-90E5-536C630CB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59698-2A0B-475C-EF4A-B6B94A71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07/18/2026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0C31D-69FE-5EA1-BEE4-D0AEE814E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F3FC8-86C0-4395-6905-9EC5DFECD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437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52C463-C465-F48C-69E0-5E607CE2A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BCED7-C395-12F1-1970-42A92CE2F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ECD26-40B9-5FE9-1CFA-706A37B0A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07/18/2026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85249-325B-703B-7936-055E1F132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BD3B2-D66E-88DB-99E1-6FF778A3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9300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091EB-BF8A-AD3F-0D67-9EAACD3F4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424"/>
            <a:ext cx="10515600" cy="531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2F1C2-BF8D-8B5C-807B-A6E03289F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E0C7B-050E-7235-600A-F61EA5A7B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A7435-5E3F-4015-A999-0F3073A466C3}" type="datetimeFigureOut">
              <a:rPr lang="LID4096" smtClean="0"/>
              <a:t>07/18/2026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E63B1-03C4-9A86-EAEF-2F45C2655D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A3D78-65BC-CCA5-F11C-C72C000A4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4140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lang="LID4096" sz="2800" kern="1200" dirty="0">
          <a:solidFill>
            <a:schemeClr val="accent3"/>
          </a:solidFill>
          <a:latin typeface="Tosh A Medium" pitchFamily="2" charset="-78"/>
          <a:ea typeface="+mj-ea"/>
          <a:cs typeface="Tosh A Medium" pitchFamily="2" charset="-78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8B2645-569B-F8F9-8513-5562D7DA48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54805" y="3087668"/>
            <a:ext cx="70433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400">
                <a:solidFill>
                  <a:srgbClr val="4056E3"/>
                </a:solidFill>
                <a:latin typeface="Tosh A Medium" pitchFamily="2" charset="-78"/>
                <a:cs typeface="Tosh A Medium" pitchFamily="2" charset="-78"/>
              </a:rPr>
              <a:t>القطاع</a:t>
            </a:r>
            <a:br>
              <a:rPr lang="ar-SA" sz="2800">
                <a:solidFill>
                  <a:srgbClr val="4056E3"/>
                </a:solidFill>
                <a:latin typeface="Tosh A Medium" pitchFamily="2" charset="-78"/>
                <a:cs typeface="Tosh A Medium" pitchFamily="2" charset="-78"/>
              </a:rPr>
            </a:br>
            <a:endParaRPr lang="ar-SA">
              <a:solidFill>
                <a:srgbClr val="4056E3"/>
              </a:solidFill>
              <a:latin typeface="Tosh A Medium" pitchFamily="2" charset="-78"/>
              <a:cs typeface="Tosh A Medium" pitchFamily="2" charset="-78"/>
            </a:endParaRPr>
          </a:p>
          <a:p>
            <a:pPr algn="r" rtl="1"/>
            <a:r>
              <a:rPr lang="ar-SA" sz="2400">
                <a:solidFill>
                  <a:schemeClr val="accent1"/>
                </a:solidFill>
                <a:latin typeface="Tosh A Medium" pitchFamily="2" charset="-78"/>
                <a:cs typeface="Tosh A Medium" pitchFamily="2" charset="-78"/>
              </a:rPr>
              <a:t>موضوع العرض</a:t>
            </a:r>
            <a:endParaRPr lang="LID4096" sz="2400" dirty="0">
              <a:solidFill>
                <a:schemeClr val="accent1"/>
              </a:solidFill>
              <a:latin typeface="Tosh A Medium" pitchFamily="2" charset="-78"/>
              <a:cs typeface="Tosh A Medium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DD6E71-ADC7-E8BD-7654-DD76A4070AD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8252" y="4986877"/>
            <a:ext cx="56199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600">
                <a:solidFill>
                  <a:schemeClr val="bg1"/>
                </a:solidFill>
                <a:latin typeface="Tosh A Medium" pitchFamily="2" charset="-78"/>
                <a:cs typeface="Tosh A Medium" pitchFamily="2" charset="-78"/>
              </a:rPr>
              <a:t>منصب المقدم</a:t>
            </a:r>
          </a:p>
          <a:p>
            <a:pPr algn="r" rtl="1"/>
            <a:endParaRPr lang="ar-SA" sz="1000" dirty="0">
              <a:solidFill>
                <a:schemeClr val="bg1"/>
              </a:solidFill>
              <a:latin typeface="Tosh A Medium" pitchFamily="2" charset="-78"/>
              <a:cs typeface="Tosh A Medium" pitchFamily="2" charset="-78"/>
            </a:endParaRPr>
          </a:p>
          <a:p>
            <a:pPr algn="r" rtl="1"/>
            <a:r>
              <a:rPr lang="ar-SA" sz="1600">
                <a:solidFill>
                  <a:schemeClr val="accent1"/>
                </a:solidFill>
                <a:latin typeface="Tosh A Medium" pitchFamily="2" charset="-78"/>
                <a:cs typeface="Tosh A Medium" pitchFamily="2" charset="-78"/>
              </a:rPr>
              <a:t>اسم المقدم</a:t>
            </a:r>
            <a:endParaRPr lang="LID4096" sz="1600" dirty="0">
              <a:solidFill>
                <a:schemeClr val="accent1"/>
              </a:solidFill>
              <a:latin typeface="Tosh A Medium" pitchFamily="2" charset="-78"/>
              <a:cs typeface="Tosh A Medi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1537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0435F5-68ED-852C-F1A9-947F7C95C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9452E-B500-12BA-EDEB-C8E9B0EF8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92141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4727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603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جامعة طيبة">
      <a:dk1>
        <a:srgbClr val="000000"/>
      </a:dk1>
      <a:lt1>
        <a:srgbClr val="FFFFFF"/>
      </a:lt1>
      <a:dk2>
        <a:srgbClr val="111144"/>
      </a:dk2>
      <a:lt2>
        <a:srgbClr val="DCDCDC"/>
      </a:lt2>
      <a:accent1>
        <a:srgbClr val="0A8D6E"/>
      </a:accent1>
      <a:accent2>
        <a:srgbClr val="00AEDA"/>
      </a:accent2>
      <a:accent3>
        <a:srgbClr val="4056E3"/>
      </a:accent3>
      <a:accent4>
        <a:srgbClr val="40E0D0"/>
      </a:accent4>
      <a:accent5>
        <a:srgbClr val="E5C603"/>
      </a:accent5>
      <a:accent6>
        <a:srgbClr val="FFD1DC"/>
      </a:accent6>
      <a:hlink>
        <a:srgbClr val="0E2841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a8d02d-59f3-416a-8231-b3080e639cad}" enabled="0" method="" siteId="{13a8d02d-59f3-416a-8231-b3080e639ca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Tosh A</vt:lpstr>
      <vt:lpstr>Tosh A Medium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Hamza Mohammed Othman Omer Eid</dc:creator>
  <cp:lastModifiedBy>Hamza Mohammed Othman Omer Eid</cp:lastModifiedBy>
  <cp:revision>2</cp:revision>
  <dcterms:created xsi:type="dcterms:W3CDTF">2025-08-19T15:14:45Z</dcterms:created>
  <dcterms:modified xsi:type="dcterms:W3CDTF">2026-07-18T13:46:50Z</dcterms:modified>
</cp:coreProperties>
</file>